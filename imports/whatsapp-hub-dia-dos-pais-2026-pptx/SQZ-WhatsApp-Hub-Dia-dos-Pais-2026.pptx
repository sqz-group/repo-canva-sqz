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875520" cy="123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989320" y="-320040"/>
            <a:ext cx="4023360" cy="11155680"/>
          </a:xfrm>
          <a:prstGeom prst="parallelogram">
            <a:avLst/>
          </a:prstGeom>
          <a:solidFill>
            <a:srgbClr val="E8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229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716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6459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9202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1945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4688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0175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918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5661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8404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1148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3891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6634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2120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864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7607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0350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580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1323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74066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76809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7955279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82296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85039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87782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90525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93268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6012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8755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101498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104241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06984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1097280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1124712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1152144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1179576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12070080"/>
            <a:ext cx="9875520" cy="365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logo-group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30352"/>
            <a:ext cx="1627632" cy="56952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709160" y="713232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Montserrat"/>
              </a:rPr>
              <a:t>9 DE AGOSTO | DIA DOS PAIS</a:t>
            </a:r>
          </a:p>
        </p:txBody>
      </p:sp>
      <p:sp>
        <p:nvSpPr>
          <p:cNvPr id="51" name="Rounded Rectangle 50"/>
          <p:cNvSpPr/>
          <p:nvPr/>
        </p:nvSpPr>
        <p:spPr>
          <a:xfrm rot="300000">
            <a:off x="5577840" y="1417320"/>
            <a:ext cx="3429000" cy="713232"/>
          </a:xfrm>
          <a:prstGeom prst="roundRect">
            <a:avLst/>
          </a:prstGeom>
          <a:solidFill>
            <a:srgbClr val="E8132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157276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 i="1">
                <a:solidFill>
                  <a:srgbClr val="FFFFFF"/>
                </a:solidFill>
                <a:latin typeface="Montserrat"/>
              </a:rPr>
              <a:t>ÚLTIMA CHAMADA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195681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132A"/>
                </a:solidFill>
                <a:latin typeface="Montserrat"/>
              </a:rPr>
              <a:t>PRODUÇÃO EM ATÉ 15 DIAS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487168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ontserrat"/>
              </a:rPr>
              <a:t>ÚLTIMOS DIAS PARA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3246120"/>
            <a:ext cx="7223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E8132A"/>
                </a:solidFill>
                <a:latin typeface="Montserrat"/>
              </a:rPr>
              <a:t>PERSONALIZAR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25196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ontserrat"/>
              </a:rPr>
              <a:t>Feche agora para seu pedido chegar
a tempo do Dia dos Pais.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526694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1E1E1"/>
                </a:solidFill>
                <a:latin typeface="Montserrat"/>
              </a:rPr>
              <a:t>Produtos reais do catálogo SQZ para ações corporativas, equipes e clientes.</a:t>
            </a:r>
          </a:p>
        </p:txBody>
      </p:sp>
      <p:sp>
        <p:nvSpPr>
          <p:cNvPr id="58" name="Rounded Rectangle 57"/>
          <p:cNvSpPr/>
          <p:nvPr/>
        </p:nvSpPr>
        <p:spPr>
          <a:xfrm rot="21360000">
            <a:off x="384048" y="6638544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B581-H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784848"/>
            <a:ext cx="2825496" cy="1490472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 rot="180000">
            <a:off x="3182112" y="6144768"/>
            <a:ext cx="2788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SSH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6291072"/>
            <a:ext cx="2459736" cy="1673351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 rot="21420000">
            <a:off x="6089904" y="6656832"/>
            <a:ext cx="303580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GJB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6803136"/>
            <a:ext cx="2706624" cy="1490472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 rot="240000">
            <a:off x="1901952" y="790956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MZ-M1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6544" y="8055864"/>
            <a:ext cx="2093976" cy="1124712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 rot="21360000">
            <a:off x="5138928" y="7918704"/>
            <a:ext cx="26974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FDB1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8065008"/>
            <a:ext cx="2368296" cy="1188720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658368" y="9710928"/>
            <a:ext cx="62636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9536" y="98572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Montserrat"/>
              </a:rPr>
              <a:t>PRAZO ACABANDO: ORÇAMENTOS ESTA SEMANA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10469880"/>
            <a:ext cx="9875520" cy="18745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10415016"/>
            <a:ext cx="9875520" cy="73152"/>
          </a:xfrm>
          <a:prstGeom prst="rect">
            <a:avLst/>
          </a:prstGeom>
          <a:solidFill>
            <a:srgbClr val="E8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" y="1077163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Montserrat"/>
              </a:rPr>
              <a:t>CHAMA NO
WHATSAPP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" y="118414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1E1E1"/>
                </a:solidFill>
                <a:latin typeface="Montserrat"/>
              </a:rPr>
              <a:t>orçamento rápido com a SQZ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20840" y="109728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Montserrat"/>
              </a:rPr>
              <a:t>SQZ Group
soluções personalizadas
para marcas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