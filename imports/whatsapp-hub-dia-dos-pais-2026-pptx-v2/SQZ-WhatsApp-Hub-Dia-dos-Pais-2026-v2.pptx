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87552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400800" y="-182880"/>
            <a:ext cx="3566160" cy="10515600"/>
          </a:xfrm>
          <a:prstGeom prst="parallelogram">
            <a:avLst/>
          </a:prstGeom>
          <a:solidFill>
            <a:srgbClr val="E8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229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716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6459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9202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1945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4688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175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918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661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8404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1148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891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6634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2120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864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7607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580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1323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4066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76809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955279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82296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5039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87782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90525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3268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6012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8755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101498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104241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6984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109728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12471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115214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7957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120700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logo-group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627632" cy="5695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526280" y="75895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Montserrat"/>
              </a:rPr>
              <a:t>9 DE AGOSTO | DIA DOS PAIS</a:t>
            </a:r>
          </a:p>
        </p:txBody>
      </p:sp>
      <p:sp>
        <p:nvSpPr>
          <p:cNvPr id="51" name="Rounded Rectangle 50"/>
          <p:cNvSpPr/>
          <p:nvPr/>
        </p:nvSpPr>
        <p:spPr>
          <a:xfrm rot="300000">
            <a:off x="5532120" y="1353312"/>
            <a:ext cx="3401568" cy="658368"/>
          </a:xfrm>
          <a:prstGeom prst="roundRect">
            <a:avLst/>
          </a:prstGeom>
          <a:solidFill>
            <a:srgbClr val="E8132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1490472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 i="1">
                <a:solidFill>
                  <a:srgbClr val="FFFFFF"/>
                </a:solidFill>
                <a:latin typeface="Montserrat"/>
              </a:rPr>
              <a:t>ÚLTIMA CHAMADA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1993392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8132A"/>
                </a:solidFill>
                <a:latin typeface="Montserrat"/>
              </a:rPr>
              <a:t>PRODUÇÃO EM ATÉ 15 DIAS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505456"/>
            <a:ext cx="6903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ontserrat"/>
              </a:rPr>
              <a:t>ÚLTIMOS DIAS PARA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182112"/>
            <a:ext cx="6309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E8132A"/>
                </a:solidFill>
                <a:latin typeface="Montserrat"/>
              </a:rPr>
              <a:t>PERSONALIZAR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096512"/>
            <a:ext cx="5806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Montserrat"/>
              </a:rPr>
              <a:t>Feche agora para seu pedido</a:t>
            </a:r>
          </a:p>
          <a:p>
            <a:pPr algn="l"/>
            <a:r>
              <a:rPr sz="2500" b="1" i="0">
                <a:solidFill>
                  <a:srgbClr val="FFFFFF"/>
                </a:solidFill>
                <a:latin typeface="Montserrat"/>
              </a:rPr>
              <a:t>chegar a tempo do Dia dos Pais.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5074920"/>
            <a:ext cx="5303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1E1E1"/>
                </a:solidFill>
                <a:latin typeface="Montserrat"/>
              </a:rPr>
              <a:t>Produtos reais do catálogo SQZ</a:t>
            </a:r>
          </a:p>
          <a:p>
            <a:pPr algn="l"/>
            <a:r>
              <a:rPr sz="1500" b="1" i="0">
                <a:solidFill>
                  <a:srgbClr val="E1E1E1"/>
                </a:solidFill>
                <a:latin typeface="Montserrat"/>
              </a:rPr>
              <a:t>para ações corporativas, equipes e clientes.</a:t>
            </a:r>
          </a:p>
        </p:txBody>
      </p:sp>
      <p:sp>
        <p:nvSpPr>
          <p:cNvPr id="58" name="Rounded Rectangle 57"/>
          <p:cNvSpPr/>
          <p:nvPr/>
        </p:nvSpPr>
        <p:spPr>
          <a:xfrm rot="21360000">
            <a:off x="384048" y="6537960"/>
            <a:ext cx="309067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581-H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684264"/>
            <a:ext cx="2761488" cy="1444751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 rot="180000">
            <a:off x="3182112" y="6053328"/>
            <a:ext cx="2697480" cy="18836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SH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6199632"/>
            <a:ext cx="2368296" cy="1591056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 rot="21420000">
            <a:off x="5870448" y="6473952"/>
            <a:ext cx="2926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GJB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6620256"/>
            <a:ext cx="2596896" cy="1444751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 rot="240000">
            <a:off x="1874519" y="7772400"/>
            <a:ext cx="233172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MZ-M1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112" y="7918704"/>
            <a:ext cx="2002536" cy="1060704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 rot="21360000">
            <a:off x="4919472" y="7790688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FDB1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64" y="7936992"/>
            <a:ext cx="2276856" cy="112471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58368" y="9619488"/>
            <a:ext cx="57150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97657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ontserrat"/>
              </a:rPr>
              <a:t>PRAZO ACABANDO: ORÇAMENTOS ESTA SEMANA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10442448"/>
            <a:ext cx="9875520" cy="19019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0387584"/>
            <a:ext cx="9875520" cy="73152"/>
          </a:xfrm>
          <a:prstGeom prst="rect">
            <a:avLst/>
          </a:prstGeom>
          <a:solidFill>
            <a:srgbClr val="E8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10753344"/>
            <a:ext cx="47548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CHAMA NO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WHATSAPP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1185062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1E1E1"/>
                </a:solidFill>
                <a:latin typeface="Montserrat"/>
              </a:rPr>
              <a:t>orçamento rápido com a SQZ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10954512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Montserrat"/>
              </a:rPr>
              <a:t>SQZ Group</a:t>
            </a:r>
          </a:p>
          <a:p>
            <a:pPr algn="r"/>
            <a:r>
              <a:rPr sz="1600" b="1" i="0">
                <a:solidFill>
                  <a:srgbClr val="FFFFFF"/>
                </a:solidFill>
                <a:latin typeface="Montserrat"/>
              </a:rPr>
              <a:t>soluções personalizadas</a:t>
            </a:r>
          </a:p>
          <a:p>
            <a:pPr algn="r"/>
            <a:r>
              <a:rPr sz="1600" b="1" i="0">
                <a:solidFill>
                  <a:srgbClr val="FFFFFF"/>
                </a:solidFill>
                <a:latin typeface="Montserrat"/>
              </a:rPr>
              <a:t>para marcas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